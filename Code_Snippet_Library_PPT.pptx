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 Library</a:t>
            </a:r>
          </a:p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Introduction:</a:t>
            </a:r>
          </a:p>
          <a:p>
            <a:r>
              <a:t>• Developers frequently reuse code snippets</a:t>
            </a:r>
          </a:p>
          <a:p>
            <a:r>
              <a:t>• Managing snippets in notes/files is inefficient</a:t>
            </a:r>
          </a:p>
          <a:p>
            <a:r>
              <a:t>• Searching old code wastes time</a:t>
            </a:r>
          </a:p>
          <a:p/>
          <a:p>
            <a:r>
              <a:t>Problem Statement:</a:t>
            </a:r>
          </a:p>
          <a:p>
            <a:r>
              <a:t>• No simple system to manage reusable code</a:t>
            </a:r>
          </a:p>
          <a:p>
            <a:r>
              <a:t>• Existing tools are complex or need internet/login</a:t>
            </a:r>
          </a:p>
          <a:p>
            <a:r>
              <a:t>• Need a lightweight offline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Solution:</a:t>
            </a:r>
          </a:p>
          <a:p>
            <a:r>
              <a:t>• Web-based Code Snippet Library</a:t>
            </a:r>
          </a:p>
          <a:p>
            <a:r>
              <a:t>• Add, search, copy, and delete snippets</a:t>
            </a:r>
          </a:p>
          <a:p>
            <a:r>
              <a:t>• Uses browser Local Storage</a:t>
            </a:r>
          </a:p>
          <a:p/>
          <a:p>
            <a:r>
              <a:t>Technology Stack:</a:t>
            </a:r>
          </a:p>
          <a:p>
            <a:r>
              <a:t>• HTML – Structure</a:t>
            </a:r>
          </a:p>
          <a:p>
            <a:r>
              <a:t>• JavaScript – Logic</a:t>
            </a:r>
          </a:p>
          <a:p>
            <a:r>
              <a:t>• Local Storage API – Data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• Add snippets with title, language &amp; tags</a:t>
            </a:r>
          </a:p>
          <a:p>
            <a:r>
              <a:t>• Real-time search with debounce</a:t>
            </a:r>
          </a:p>
          <a:p>
            <a:r>
              <a:t>• One-click copy to clipboard</a:t>
            </a:r>
          </a:p>
          <a:p>
            <a:r>
              <a:t>• Delete individual or all snippets</a:t>
            </a:r>
          </a:p>
          <a:p/>
          <a:p>
            <a:r>
              <a:t>Implementation:</a:t>
            </a:r>
          </a:p>
          <a:p>
            <a:r>
              <a:t>• JavaScript objects for storage</a:t>
            </a:r>
          </a:p>
          <a:p>
            <a:r>
              <a:t>• DOM manipulation</a:t>
            </a:r>
          </a:p>
          <a:p>
            <a:r>
              <a:t>• Input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</a:t>
            </a:r>
          </a:p>
          <a:p>
            <a:r>
              <a:t>• Fast snippet management</a:t>
            </a:r>
          </a:p>
          <a:p>
            <a:r>
              <a:t>• Works offline</a:t>
            </a:r>
          </a:p>
          <a:p>
            <a:r>
              <a:t>• User-friendly interface</a:t>
            </a:r>
          </a:p>
          <a:p/>
          <a:p>
            <a:r>
              <a:t>Conclusion:</a:t>
            </a:r>
          </a:p>
          <a:p>
            <a:r>
              <a:t>• Demonstrates practical JavaScript usage</a:t>
            </a:r>
          </a:p>
          <a:p>
            <a:r>
              <a:t>• Improves developer productivity</a:t>
            </a:r>
          </a:p>
          <a:p>
            <a:r>
              <a:t>• Suitable beginner project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