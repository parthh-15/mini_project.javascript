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54;p13"/>
          <p:cNvSpPr txBox="1"/>
          <p:nvPr>
            <p:ph type="subTitle" sz="quarter" idx="1"/>
          </p:nvPr>
        </p:nvSpPr>
        <p:spPr>
          <a:xfrm>
            <a:off x="311699" y="2355584"/>
            <a:ext cx="8520602" cy="792601"/>
          </a:xfrm>
          <a:prstGeom prst="rect">
            <a:avLst/>
          </a:prstGeom>
        </p:spPr>
        <p:txBody>
          <a:bodyPr/>
          <a:lstStyle/>
          <a:p>
            <a:pPr marL="0" indent="0">
              <a:defRPr b="1">
                <a:solidFill>
                  <a:srgbClr val="FFFFFF"/>
                </a:solidFill>
              </a:defRPr>
            </a:pPr>
            <a:r>
              <a:t>Javascript Unit  1</a:t>
            </a:r>
          </a:p>
          <a:p>
            <a:pPr marL="0" indent="0">
              <a:defRPr b="1" sz="800">
                <a:solidFill>
                  <a:srgbClr val="FFFFFF"/>
                </a:solidFill>
              </a:defRPr>
            </a:pPr>
            <a:r>
              <a:t>By Prof. Prasad Junghare</a:t>
            </a:r>
          </a:p>
        </p:txBody>
      </p:sp>
      <p:pic>
        <p:nvPicPr>
          <p:cNvPr id="110" name="download.pngGoogle Shape;55;p13" descr="download.pngGoogle Shape;55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62238" y="942350"/>
            <a:ext cx="3819526" cy="120015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Parth Pathari - 150096725125…"/>
          <p:cNvSpPr txBox="1"/>
          <p:nvPr/>
        </p:nvSpPr>
        <p:spPr>
          <a:xfrm>
            <a:off x="3114616" y="3736391"/>
            <a:ext cx="3819526" cy="706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200">
                <a:solidFill>
                  <a:srgbClr val="FFFFFF"/>
                </a:solidFill>
              </a:defRPr>
            </a:pPr>
            <a:r>
              <a:t>Parth Pathari - 150096725125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200">
                <a:solidFill>
                  <a:srgbClr val="FFFFFF"/>
                </a:solidFill>
              </a:defRPr>
            </a:pPr>
            <a:r>
              <a:t>Ashutosh Mishra - 150096725129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200">
                <a:solidFill>
                  <a:srgbClr val="FFFFFF"/>
                </a:solidFill>
              </a:defRPr>
            </a:pPr>
            <a:r>
              <a:t>Atharv Ghadge - 150096725131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200">
                <a:solidFill>
                  <a:srgbClr val="FFFFFF"/>
                </a:solidFill>
              </a:defRPr>
            </a:pPr>
            <a:r>
              <a:t>Piyush Owalekar - 150096725114</a:t>
            </a:r>
          </a:p>
        </p:txBody>
      </p:sp>
      <p:sp>
        <p:nvSpPr>
          <p:cNvPr id="112" name="( Group Number 7 )"/>
          <p:cNvSpPr txBox="1"/>
          <p:nvPr/>
        </p:nvSpPr>
        <p:spPr>
          <a:xfrm>
            <a:off x="3357826" y="3225614"/>
            <a:ext cx="209555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800">
                <a:solidFill>
                  <a:srgbClr val="FFFFFF"/>
                </a:solidFill>
              </a:defRPr>
            </a:lvl1pPr>
          </a:lstStyle>
          <a:p>
            <a:pPr/>
            <a:r>
              <a:t>( Group Number 7 )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F2F2F2"/>
            </a:gs>
            <a:gs pos="100000">
              <a:srgbClr val="A6A6A6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60;p14"/>
          <p:cNvSpPr txBox="1"/>
          <p:nvPr>
            <p:ph type="title"/>
          </p:nvPr>
        </p:nvSpPr>
        <p:spPr>
          <a:xfrm>
            <a:off x="311699" y="302756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sz="1900">
                <a:solidFill>
                  <a:srgbClr val="941751"/>
                </a:solidFill>
              </a:defRPr>
            </a:lvl1pPr>
          </a:lstStyle>
          <a:p>
            <a:pPr/>
            <a:r>
              <a:t>Introduction &amp; Problem Statement</a:t>
            </a:r>
          </a:p>
        </p:txBody>
      </p:sp>
      <p:sp>
        <p:nvSpPr>
          <p:cNvPr id="115" name="Google Shape;61;p14"/>
          <p:cNvSpPr txBox="1"/>
          <p:nvPr>
            <p:ph type="body" sz="half" idx="1"/>
          </p:nvPr>
        </p:nvSpPr>
        <p:spPr>
          <a:xfrm>
            <a:off x="324633" y="1178342"/>
            <a:ext cx="5284201" cy="3416401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400"/>
              </a:spcBef>
              <a:buClrTx/>
              <a:buSzTx/>
              <a:buFontTx/>
              <a:buNone/>
              <a:defRPr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Code Snippet Library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b="1"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Introduction</a:t>
            </a:r>
            <a:endParaRPr b="0"/>
          </a:p>
          <a:p>
            <a:pPr defTabSz="457200">
              <a:lnSpc>
                <a:spcPct val="100000"/>
              </a:lnSpc>
              <a:spcBef>
                <a:spcPts val="1200"/>
              </a:spcBef>
              <a:buClrTx/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Developers frequently reuse code snippets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buClrTx/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Managing snippets in notes/files is inefficient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buClrTx/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Searching old code wastes time and effort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b="1"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Problem Statement</a:t>
            </a:r>
            <a:endParaRPr b="0"/>
          </a:p>
          <a:p>
            <a:pPr defTabSz="457200">
              <a:lnSpc>
                <a:spcPct val="100000"/>
              </a:lnSpc>
              <a:spcBef>
                <a:spcPts val="1200"/>
              </a:spcBef>
              <a:buClrTx/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 simple system to store and manage reusable code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buClrTx/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Existing tools are complex or require internet/login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buClrTx/>
              <a:buSzPct val="100000"/>
              <a:buFont typeface="Times Roman"/>
              <a:buChar char="•"/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Beginners need a lightweight and offline solution</a:t>
            </a:r>
          </a:p>
        </p:txBody>
      </p:sp>
      <p:pic>
        <p:nvPicPr>
          <p:cNvPr id="116" name="images.jpegGoogle Shape;62;p14" descr="images.jpegGoogle Shape;62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14199" y="3992274"/>
            <a:ext cx="918101" cy="918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Screenshot 2026-02-02 at 7.33.14 PM.pngGoogle Shape;63;p14" descr="Screenshot 2026-02-02 at 7.33.14 PM.pngGoogle Shape;63;p14"/>
          <p:cNvPicPr>
            <a:picLocks noChangeAspect="1"/>
          </p:cNvPicPr>
          <p:nvPr/>
        </p:nvPicPr>
        <p:blipFill>
          <a:blip r:embed="rId3">
            <a:alphaModFix amt="37000"/>
            <a:extLst/>
          </a:blip>
          <a:stretch>
            <a:fillRect/>
          </a:stretch>
        </p:blipFill>
        <p:spPr>
          <a:xfrm>
            <a:off x="5889575" y="1594174"/>
            <a:ext cx="2684928" cy="19551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FFFFFF"/>
            </a:gs>
            <a:gs pos="100000">
              <a:srgbClr val="B3B3B3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68;p15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/>
          <a:p>
            <a:pPr defTabSz="182880">
              <a:spcBef>
                <a:spcPts val="500"/>
              </a:spcBef>
              <a:defRPr b="1" sz="1280">
                <a:solidFill>
                  <a:srgbClr val="94175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Features &amp; Implementation</a:t>
            </a:r>
          </a:p>
          <a:p>
            <a:pPr defTabSz="182880">
              <a:spcBef>
                <a:spcPts val="500"/>
              </a:spcBef>
              <a:defRPr b="1" sz="56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365760">
              <a:defRPr b="1" sz="1000">
                <a:solidFill>
                  <a:srgbClr val="A81B50"/>
                </a:solidFill>
              </a:defRPr>
            </a:pPr>
          </a:p>
          <a:p>
            <a:pPr defTabSz="365760">
              <a:defRPr sz="1000"/>
            </a:pPr>
            <a:endParaRPr b="1">
              <a:solidFill>
                <a:srgbClr val="A81B50"/>
              </a:solidFill>
            </a:endParaRPr>
          </a:p>
        </p:txBody>
      </p:sp>
      <p:sp>
        <p:nvSpPr>
          <p:cNvPr id="120" name="Google Shape;69;p15"/>
          <p:cNvSpPr txBox="1"/>
          <p:nvPr>
            <p:ph type="body" sz="half" idx="1"/>
          </p:nvPr>
        </p:nvSpPr>
        <p:spPr>
          <a:xfrm>
            <a:off x="259965" y="1069075"/>
            <a:ext cx="4109701" cy="3583200"/>
          </a:xfrm>
          <a:prstGeom prst="rect">
            <a:avLst/>
          </a:prstGeom>
        </p:spPr>
        <p:txBody>
          <a:bodyPr/>
          <a:lstStyle/>
          <a:p>
            <a:pPr marL="0" indent="0" defTabSz="384047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b="1"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Features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Add snippets with title, language, description, and tags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Real-time search functionality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One-click copy to clipboard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Delete single or all snippets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 remains after page refresh</a:t>
            </a:r>
          </a:p>
          <a:p>
            <a:pPr marL="0" indent="0" defTabSz="384047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b="1"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Implementation Highlights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Snippets stored as JavaScript objects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DOM manipulation for dynamic rendering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Debounce technique for optimized search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Input validation for required fields</a:t>
            </a:r>
          </a:p>
        </p:txBody>
      </p:sp>
      <p:pic>
        <p:nvPicPr>
          <p:cNvPr id="121" name="images.jpegGoogle Shape;70;p15" descr="images.jpegGoogle Shape;70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14199" y="3992274"/>
            <a:ext cx="918101" cy="918101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Google Shape;71;p15"/>
          <p:cNvSpPr txBox="1"/>
          <p:nvPr>
            <p:ph type="body" idx="21"/>
          </p:nvPr>
        </p:nvSpPr>
        <p:spPr>
          <a:xfrm>
            <a:off x="4489796" y="584735"/>
            <a:ext cx="4109701" cy="35832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768095">
              <a:buSzTx/>
              <a:buNone/>
              <a:defRPr b="1" sz="1428">
                <a:solidFill>
                  <a:srgbClr val="941751"/>
                </a:solidFill>
              </a:defRPr>
            </a:pPr>
            <a:r>
              <a:t>Results &amp; Conclusion:</a:t>
            </a:r>
            <a:endParaRPr>
              <a:solidFill>
                <a:srgbClr val="000000"/>
              </a:solidFill>
            </a:endParaRPr>
          </a:p>
          <a:p>
            <a:pPr marL="0" indent="0" defTabSz="768095">
              <a:buSzTx/>
              <a:buNone/>
              <a:defRPr sz="1175"/>
            </a:pPr>
            <a:endParaRPr b="1">
              <a:solidFill>
                <a:srgbClr val="000000"/>
              </a:solidFill>
            </a:endParaRPr>
          </a:p>
          <a:p>
            <a:pPr marL="0" indent="0" defTabSz="384047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b="1"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Results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Fast and efficient snippet management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Improved productivity for developers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Offline functionality works successfully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User-friendly interface</a:t>
            </a:r>
          </a:p>
          <a:p>
            <a:pPr marL="0" indent="0" defTabSz="384047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b="1"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Conclusion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Demonstrates real-world use of JavaScript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Effective use of Local Storage and DOM concepts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Simple yet powerful project for beginners</a:t>
            </a:r>
          </a:p>
          <a:p>
            <a:pPr marL="384047" indent="-266700" defTabSz="384047">
              <a:lnSpc>
                <a:spcPct val="100000"/>
              </a:lnSpc>
              <a:spcBef>
                <a:spcPts val="1000"/>
              </a:spcBef>
              <a:buClrTx/>
              <a:buSzPct val="100000"/>
              <a:buFont typeface="Times Roman"/>
              <a:buChar char="•"/>
              <a:defRPr sz="126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Can be enhanced with more advanced features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76;p16"/>
          <p:cNvSpPr txBox="1"/>
          <p:nvPr>
            <p:ph type="subTitle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0" indent="0" defTabSz="795527">
              <a:defRPr b="1" sz="435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pic>
        <p:nvPicPr>
          <p:cNvPr id="125" name="download.pngGoogle Shape;77;p16" descr="download.pngGoogle Shape;77;p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62238" y="942350"/>
            <a:ext cx="3819526" cy="12001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